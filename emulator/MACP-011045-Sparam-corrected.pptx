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</p:sldIdLst>
  <p:sldSz cx="12192000" cy="6858000"/>
  <p:notesSz cx="6858000" cy="9144000"/>
  <p:defaultTextStyle>
    <a:defPPr>
      <a:defRPr lang="en-CH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289" autoAdjust="0"/>
    <p:restoredTop sz="94660"/>
  </p:normalViewPr>
  <p:slideViewPr>
    <p:cSldViewPr snapToGrid="0">
      <p:cViewPr varScale="1">
        <p:scale>
          <a:sx n="150" d="100"/>
          <a:sy n="150" d="100"/>
        </p:scale>
        <p:origin x="570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67B32D-D902-E099-2850-80537F89C4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F74D3DC-D87C-6F4A-7DE1-9C76C77E93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F6E0FE-C9F2-2ECC-CE52-AA214F8B64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8EE755-BEAC-46FF-A1C3-A7F9622A4B06}" type="datetimeFigureOut">
              <a:rPr lang="en-CH" smtClean="0"/>
              <a:t>01.12.2025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8CAF47-23A3-B420-E914-662DF6878D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AFC286-B685-C5FA-6A2F-E8B7C41A19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F42C41-90B0-4682-A78F-DA07CF9EC2AA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6221850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BAB213-2B28-0530-39CB-5723A32353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E72AFB-41AE-815A-37B6-B81AE743DB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1FFC96-3B8B-7EB5-0135-13A182A9E2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8EE755-BEAC-46FF-A1C3-A7F9622A4B06}" type="datetimeFigureOut">
              <a:rPr lang="en-CH" smtClean="0"/>
              <a:t>01.12.2025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9E4535-927D-3D93-CDB8-BCE8726252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DDAC54-566F-A6CC-54F7-033885BD08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F42C41-90B0-4682-A78F-DA07CF9EC2AA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212613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CF0CC9-DC3C-38F2-8A59-D1AAE17367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8BF8D3-D7AB-36B8-7706-84C04EE1D5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884241-B0BC-86B5-D403-1388C74A1E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8EE755-BEAC-46FF-A1C3-A7F9622A4B06}" type="datetimeFigureOut">
              <a:rPr lang="en-CH" smtClean="0"/>
              <a:t>01.12.2025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D55399-768A-FFA7-AA7C-67C3ECD30C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931CA1-ED75-8515-7C06-30894FEAA1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F42C41-90B0-4682-A78F-DA07CF9EC2AA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40598336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46F099-0D43-EB7E-08B4-C1B828BB57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F63846-8124-2DD1-A9A4-787F8F9ED7C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A14197-CBFC-F937-53DF-0E6D55F6B6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C36B66-477C-B5B1-9694-BBFDF5A7FC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8EE755-BEAC-46FF-A1C3-A7F9622A4B06}" type="datetimeFigureOut">
              <a:rPr lang="en-CH" smtClean="0"/>
              <a:t>01.12.2025</a:t>
            </a:fld>
            <a:endParaRPr lang="en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808213-7F8E-A347-D73B-5FFD1BFF79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9A3072-9FB5-3C55-BB2C-59B683B4E0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F42C41-90B0-4682-A78F-DA07CF9EC2AA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2380211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17853D-C30F-D151-1C77-5531BAF805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BFDAAD-B881-2729-503F-4FF44254EE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0969CD4-CDE8-9303-B96C-A0301353FF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FE48BB2-6735-E88A-EAC8-8467754EDF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4CCFCAD-B98F-BA94-E609-8B182C0777F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B6B442C-B1F1-620F-457B-E8B9093438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8EE755-BEAC-46FF-A1C3-A7F9622A4B06}" type="datetimeFigureOut">
              <a:rPr lang="en-CH" smtClean="0"/>
              <a:t>01.12.2025</a:t>
            </a:fld>
            <a:endParaRPr lang="en-C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6ED5538-E839-DE4D-3D73-B13396050C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78ACBA1-794D-8D07-7F2A-26949B9AFF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F42C41-90B0-4682-A78F-DA07CF9EC2AA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4125196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145EC9-456C-75CC-EE92-C9EDFDD892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DAAF9F2-CF0F-4B2B-6D73-EB17618074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8EE755-BEAC-46FF-A1C3-A7F9622A4B06}" type="datetimeFigureOut">
              <a:rPr lang="en-CH" smtClean="0"/>
              <a:t>01.12.2025</a:t>
            </a:fld>
            <a:endParaRPr lang="en-C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F336BFD-77A3-DAAF-3166-FDB4A0DA68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D6EB29D-06E3-4AB2-AF80-6CA49DAA6C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F42C41-90B0-4682-A78F-DA07CF9EC2AA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8161033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8ECA145-A7E2-FBC4-DADE-6EF2CBAEC0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8EE755-BEAC-46FF-A1C3-A7F9622A4B06}" type="datetimeFigureOut">
              <a:rPr lang="en-CH" smtClean="0"/>
              <a:t>01.12.2025</a:t>
            </a:fld>
            <a:endParaRPr lang="en-C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F9BA206-801F-ED0E-F393-A951B76118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D8F750-955C-CE82-65C4-4EC607AC6C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F42C41-90B0-4682-A78F-DA07CF9EC2AA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8145643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FE49D-C30C-7C12-0407-D841DFCB5E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442C58-EA3D-827B-2DC6-F3B4A94476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401ECD-6BDC-1E12-CFB9-1A9977B834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CC955B-4731-16F0-BB13-E7E7897705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8EE755-BEAC-46FF-A1C3-A7F9622A4B06}" type="datetimeFigureOut">
              <a:rPr lang="en-CH" smtClean="0"/>
              <a:t>01.12.2025</a:t>
            </a:fld>
            <a:endParaRPr lang="en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0E94E5-EEDB-CD3F-D6EA-9ED5E914E7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7562C2-784E-DDFE-F21B-97B95AC35A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F42C41-90B0-4682-A78F-DA07CF9EC2AA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4035662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912241-D03E-5A9F-E799-590F4EE997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7A74274-274B-5A15-49C0-5A28B7A0A10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FCEFF3-9253-9EA5-03C6-5A9278A9EB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24A595-305F-D788-2822-48925EB7BE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8EE755-BEAC-46FF-A1C3-A7F9622A4B06}" type="datetimeFigureOut">
              <a:rPr lang="en-CH" smtClean="0"/>
              <a:t>01.12.2025</a:t>
            </a:fld>
            <a:endParaRPr lang="en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354D6D-BDCA-4E34-2AFF-F8D797C7B7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449487-D65E-B909-260D-5CB968FA8C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F42C41-90B0-4682-A78F-DA07CF9EC2AA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1677780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45286F-57BF-0C79-4D45-DF053CE5FF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58FF572-C093-E32C-FFD5-BAEEDADCA6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0ECB59-E73A-7B11-060D-37A17E5A02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8EE755-BEAC-46FF-A1C3-A7F9622A4B06}" type="datetimeFigureOut">
              <a:rPr lang="en-CH" smtClean="0"/>
              <a:t>01.12.2025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AE1B65-7F28-F10C-BAC7-F0BA3D9E6B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830702-E16F-4F96-EE92-1DB6F597A1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F42C41-90B0-4682-A78F-DA07CF9EC2AA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1404952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6A6DAFA-5A55-06BC-A192-CA0A3754C61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2EF700E-8183-0232-87B0-A53E1A7EE9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9AB988-A211-BDBC-914B-D69A978683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8EE755-BEAC-46FF-A1C3-A7F9622A4B06}" type="datetimeFigureOut">
              <a:rPr lang="en-CH" smtClean="0"/>
              <a:t>01.12.2025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490916-ED11-4232-4B3A-B281B7F414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4CD369-AE7F-E4A2-277A-1A7C4E1C8F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F42C41-90B0-4682-A78F-DA07CF9EC2AA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8830298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FBA717-8331-6F37-9CC3-5AFCD0744A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C440CC-3F75-3BEF-D089-41B5D10B49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0DC90F-000B-A4A6-3106-CA24647C4E7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F8EE755-BEAC-46FF-A1C3-A7F9622A4B06}" type="datetimeFigureOut">
              <a:rPr lang="en-CH" smtClean="0"/>
              <a:t>01.12.2025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A08AA3-139B-62EE-AE62-936E49F9F5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DBBB96-D491-99B0-E6A0-C25909874E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2F42C41-90B0-4682-A78F-DA07CF9EC2AA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3776497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H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Group 34">
            <a:extLst>
              <a:ext uri="{FF2B5EF4-FFF2-40B4-BE49-F238E27FC236}">
                <a16:creationId xmlns:a16="http://schemas.microsoft.com/office/drawing/2014/main" id="{99E12172-6AA9-ACE6-0DEE-43FD9E56831E}"/>
              </a:ext>
            </a:extLst>
          </p:cNvPr>
          <p:cNvGrpSpPr/>
          <p:nvPr/>
        </p:nvGrpSpPr>
        <p:grpSpPr>
          <a:xfrm>
            <a:off x="1667775" y="2453256"/>
            <a:ext cx="4487953" cy="2166474"/>
            <a:chOff x="1667775" y="2453256"/>
            <a:chExt cx="4487953" cy="2166474"/>
          </a:xfrm>
        </p:grpSpPr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09E0ADE9-71F4-396C-DAD3-33079C27362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7775" y="2453256"/>
              <a:ext cx="4487953" cy="2166474"/>
            </a:xfrm>
            <a:prstGeom prst="rect">
              <a:avLst/>
            </a:prstGeom>
          </p:spPr>
        </p:pic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1CCCEAC-5E85-4945-F45A-BF66652BEFDB}"/>
                </a:ext>
              </a:extLst>
            </p:cNvPr>
            <p:cNvCxnSpPr>
              <a:cxnSpLocks/>
            </p:cNvCxnSpPr>
            <p:nvPr/>
          </p:nvCxnSpPr>
          <p:spPr>
            <a:xfrm>
              <a:off x="2096885" y="3995359"/>
              <a:ext cx="3855720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AB3A26FD-F7EC-E784-7D78-4B68CFC894AC}"/>
              </a:ext>
            </a:extLst>
          </p:cNvPr>
          <p:cNvGrpSpPr/>
          <p:nvPr/>
        </p:nvGrpSpPr>
        <p:grpSpPr>
          <a:xfrm>
            <a:off x="6294947" y="2453256"/>
            <a:ext cx="5052059" cy="2227903"/>
            <a:chOff x="6294947" y="2453256"/>
            <a:chExt cx="5052059" cy="2227903"/>
          </a:xfrm>
        </p:grpSpPr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CABF9797-60DC-3052-2EF1-8A027F07664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294947" y="2453256"/>
              <a:ext cx="5052059" cy="2227903"/>
            </a:xfrm>
            <a:prstGeom prst="rect">
              <a:avLst/>
            </a:prstGeom>
          </p:spPr>
        </p:pic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6927EFCF-C5F8-D6BA-0341-37B6EE166C43}"/>
                </a:ext>
              </a:extLst>
            </p:cNvPr>
            <p:cNvCxnSpPr>
              <a:cxnSpLocks/>
            </p:cNvCxnSpPr>
            <p:nvPr/>
          </p:nvCxnSpPr>
          <p:spPr>
            <a:xfrm>
              <a:off x="6783185" y="3781999"/>
              <a:ext cx="4465320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3C96F531-396F-DE5E-EED4-13A8F79863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67775" y="100517"/>
            <a:ext cx="4494189" cy="235273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AD20B4C-6510-FC47-0160-2524A39D0C3D}"/>
              </a:ext>
            </a:extLst>
          </p:cNvPr>
          <p:cNvSpPr txBox="1"/>
          <p:nvPr/>
        </p:nvSpPr>
        <p:spPr>
          <a:xfrm>
            <a:off x="2217192" y="344984"/>
            <a:ext cx="1082348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Coupling</a:t>
            </a:r>
            <a:endParaRPr lang="en-CH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1F8AE-4CE9-BC80-3F2E-98C4D5052E7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61964" y="100517"/>
            <a:ext cx="5330496" cy="235273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9DB6152-841E-AE6F-93D7-CA9F8B72A45A}"/>
              </a:ext>
            </a:extLst>
          </p:cNvPr>
          <p:cNvSpPr txBox="1"/>
          <p:nvPr/>
        </p:nvSpPr>
        <p:spPr>
          <a:xfrm>
            <a:off x="7110596" y="1485465"/>
            <a:ext cx="1537600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Main line loss</a:t>
            </a:r>
            <a:endParaRPr lang="en-CH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5A94115-847A-87A1-97D7-50C5A42663CA}"/>
              </a:ext>
            </a:extLst>
          </p:cNvPr>
          <p:cNvSpPr txBox="1"/>
          <p:nvPr/>
        </p:nvSpPr>
        <p:spPr>
          <a:xfrm>
            <a:off x="2210957" y="2864400"/>
            <a:ext cx="1366656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Return Loss</a:t>
            </a:r>
            <a:endParaRPr lang="en-CH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4F9459A-772A-EF32-519A-C2B3015A4A05}"/>
              </a:ext>
            </a:extLst>
          </p:cNvPr>
          <p:cNvSpPr txBox="1"/>
          <p:nvPr/>
        </p:nvSpPr>
        <p:spPr>
          <a:xfrm>
            <a:off x="7020541" y="2911341"/>
            <a:ext cx="1366656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Return Loss</a:t>
            </a:r>
            <a:endParaRPr lang="en-CH" dirty="0"/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E0AE22C5-2683-BFFF-DF19-27AFD6C0D8C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15032" y="4619730"/>
            <a:ext cx="4434461" cy="2067730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E1EBBE14-611B-003C-E07B-4915BEF2412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26726" y="4619731"/>
            <a:ext cx="5194131" cy="2067729"/>
          </a:xfrm>
          <a:prstGeom prst="rect">
            <a:avLst/>
          </a:prstGeom>
        </p:spPr>
      </p:pic>
      <p:sp>
        <p:nvSpPr>
          <p:cNvPr id="41" name="TextBox 40">
            <a:extLst>
              <a:ext uri="{FF2B5EF4-FFF2-40B4-BE49-F238E27FC236}">
                <a16:creationId xmlns:a16="http://schemas.microsoft.com/office/drawing/2014/main" id="{AA4F0023-681C-C52C-73EC-9DA4C0FD1901}"/>
              </a:ext>
            </a:extLst>
          </p:cNvPr>
          <p:cNvSpPr txBox="1"/>
          <p:nvPr/>
        </p:nvSpPr>
        <p:spPr>
          <a:xfrm rot="16200000">
            <a:off x="-527030" y="3005813"/>
            <a:ext cx="286168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Magnitude (dB)</a:t>
            </a:r>
            <a:endParaRPr lang="en-CH" sz="3200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78CB48C-F7EC-7671-BB67-E7543C62AE5A}"/>
              </a:ext>
            </a:extLst>
          </p:cNvPr>
          <p:cNvSpPr txBox="1"/>
          <p:nvPr/>
        </p:nvSpPr>
        <p:spPr>
          <a:xfrm>
            <a:off x="185523" y="251533"/>
            <a:ext cx="1557353" cy="16158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solidFill>
                  <a:srgbClr val="FF0000"/>
                </a:solidFill>
              </a:rPr>
              <a:t>Red lines are lower limit values in Datasheet.</a:t>
            </a:r>
          </a:p>
          <a:p>
            <a:pPr algn="ctr"/>
            <a:endParaRPr lang="en-US" sz="1100" dirty="0">
              <a:solidFill>
                <a:srgbClr val="FF0000"/>
              </a:solidFill>
            </a:endParaRPr>
          </a:p>
          <a:p>
            <a:pPr algn="ctr"/>
            <a:r>
              <a:rPr lang="en-US" sz="1100" dirty="0">
                <a:solidFill>
                  <a:schemeClr val="accent1"/>
                </a:solidFill>
              </a:rPr>
              <a:t>There is a slight difference between the S11 and S22 of these data and the plots in the datasheet.</a:t>
            </a:r>
            <a:endParaRPr lang="en-CH" sz="1100" dirty="0">
              <a:solidFill>
                <a:schemeClr val="accent1"/>
              </a:solidFill>
            </a:endParaRPr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5C6F019F-FB38-314C-0923-EA494AE28308}"/>
              </a:ext>
            </a:extLst>
          </p:cNvPr>
          <p:cNvCxnSpPr>
            <a:cxnSpLocks/>
          </p:cNvCxnSpPr>
          <p:nvPr/>
        </p:nvCxnSpPr>
        <p:spPr>
          <a:xfrm>
            <a:off x="6699365" y="6167059"/>
            <a:ext cx="4647641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361434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BBD1220E-DDF7-43A3-5A6A-CCD957FD8E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7316" y="198245"/>
            <a:ext cx="4325688" cy="201077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957FF97-128E-317C-F9DB-FE60C9DA86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4800" y="198245"/>
            <a:ext cx="4312316" cy="2010776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A0FAB3CB-8702-FCDA-2DAA-C4F57CCCEF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47316" y="2209021"/>
            <a:ext cx="4312317" cy="212585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E860DFB-4592-1D7B-9206-39D0904223B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81429" y="2209021"/>
            <a:ext cx="4312316" cy="2091302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7AC86456-1DAC-BAC6-7C0D-A014A131FB4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14093" y="4461773"/>
            <a:ext cx="4345540" cy="2125856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178EA620-E6AE-2217-404F-BB5E0D43625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90741" y="4347021"/>
            <a:ext cx="4292575" cy="2355359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C22E7533-FD9B-C06B-3D9D-67B4E75ABEDB}"/>
              </a:ext>
            </a:extLst>
          </p:cNvPr>
          <p:cNvSpPr txBox="1"/>
          <p:nvPr/>
        </p:nvSpPr>
        <p:spPr>
          <a:xfrm rot="16200000">
            <a:off x="-223676" y="3005813"/>
            <a:ext cx="225497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Phase (deg)</a:t>
            </a:r>
            <a:endParaRPr lang="en-CH" sz="3200" dirty="0"/>
          </a:p>
        </p:txBody>
      </p:sp>
    </p:spTree>
    <p:extLst>
      <p:ext uri="{BB962C8B-B14F-4D97-AF65-F5344CB8AC3E}">
        <p14:creationId xmlns:p14="http://schemas.microsoft.com/office/powerpoint/2010/main" val="14490583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5DBB300-9967-55EB-48D5-F01CD57F4B3C}"/>
              </a:ext>
            </a:extLst>
          </p:cNvPr>
          <p:cNvSpPr/>
          <p:nvPr/>
        </p:nvSpPr>
        <p:spPr>
          <a:xfrm>
            <a:off x="800100" y="1517650"/>
            <a:ext cx="1028700" cy="838200"/>
          </a:xfrm>
          <a:prstGeom prst="rect">
            <a:avLst/>
          </a:prstGeom>
          <a:ln w="38100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VNA</a:t>
            </a:r>
            <a:endParaRPr lang="en-CH" dirty="0"/>
          </a:p>
        </p:txBody>
      </p:sp>
      <p:sp>
        <p:nvSpPr>
          <p:cNvPr id="5" name="Isosceles Triangle 4">
            <a:extLst>
              <a:ext uri="{FF2B5EF4-FFF2-40B4-BE49-F238E27FC236}">
                <a16:creationId xmlns:a16="http://schemas.microsoft.com/office/drawing/2014/main" id="{A3DC17F2-A84B-C2DD-6677-AB1D8077BE55}"/>
              </a:ext>
            </a:extLst>
          </p:cNvPr>
          <p:cNvSpPr/>
          <p:nvPr/>
        </p:nvSpPr>
        <p:spPr>
          <a:xfrm rot="5400000">
            <a:off x="3009900" y="1225550"/>
            <a:ext cx="1028700" cy="886810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51F1117-B1B4-BB81-10F9-2095633586CD}"/>
              </a:ext>
            </a:extLst>
          </p:cNvPr>
          <p:cNvCxnSpPr>
            <a:cxnSpLocks/>
            <a:stCxn id="5" idx="3"/>
          </p:cNvCxnSpPr>
          <p:nvPr/>
        </p:nvCxnSpPr>
        <p:spPr>
          <a:xfrm flipH="1">
            <a:off x="1828800" y="1668955"/>
            <a:ext cx="1252045" cy="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293AA1B-9C86-9207-DCB5-696F304834E3}"/>
              </a:ext>
            </a:extLst>
          </p:cNvPr>
          <p:cNvCxnSpPr>
            <a:cxnSpLocks/>
            <a:stCxn id="5" idx="0"/>
          </p:cNvCxnSpPr>
          <p:nvPr/>
        </p:nvCxnSpPr>
        <p:spPr>
          <a:xfrm>
            <a:off x="3967655" y="1668955"/>
            <a:ext cx="544020" cy="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D1D12B04-8AAA-DBDE-CCB3-0D27DEDACA4D}"/>
              </a:ext>
            </a:extLst>
          </p:cNvPr>
          <p:cNvCxnSpPr/>
          <p:nvPr/>
        </p:nvCxnSpPr>
        <p:spPr>
          <a:xfrm>
            <a:off x="4511675" y="1668955"/>
            <a:ext cx="77787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3B893448-E406-C5DC-CC9C-F228ED98DE6F}"/>
              </a:ext>
            </a:extLst>
          </p:cNvPr>
          <p:cNvCxnSpPr/>
          <p:nvPr/>
        </p:nvCxnSpPr>
        <p:spPr>
          <a:xfrm>
            <a:off x="5286375" y="1668955"/>
            <a:ext cx="276225" cy="27622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1C60D2D9-EB23-DE09-8607-949CF1F5870D}"/>
              </a:ext>
            </a:extLst>
          </p:cNvPr>
          <p:cNvCxnSpPr/>
          <p:nvPr/>
        </p:nvCxnSpPr>
        <p:spPr>
          <a:xfrm>
            <a:off x="5559425" y="1943100"/>
            <a:ext cx="73025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9F10FBF6-BF91-AEE3-15AF-3B44F20E965F}"/>
              </a:ext>
            </a:extLst>
          </p:cNvPr>
          <p:cNvCxnSpPr/>
          <p:nvPr/>
        </p:nvCxnSpPr>
        <p:spPr>
          <a:xfrm flipV="1">
            <a:off x="6292850" y="1672130"/>
            <a:ext cx="273050" cy="27305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DC082BBE-685A-2073-70B8-A80AE916CB4E}"/>
              </a:ext>
            </a:extLst>
          </p:cNvPr>
          <p:cNvCxnSpPr/>
          <p:nvPr/>
        </p:nvCxnSpPr>
        <p:spPr>
          <a:xfrm>
            <a:off x="6562725" y="1668955"/>
            <a:ext cx="59372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55" name="Group 54">
            <a:extLst>
              <a:ext uri="{FF2B5EF4-FFF2-40B4-BE49-F238E27FC236}">
                <a16:creationId xmlns:a16="http://schemas.microsoft.com/office/drawing/2014/main" id="{64CEF2DD-80E9-A3DF-A2F8-2E69F32380DD}"/>
              </a:ext>
            </a:extLst>
          </p:cNvPr>
          <p:cNvGrpSpPr/>
          <p:nvPr/>
        </p:nvGrpSpPr>
        <p:grpSpPr>
          <a:xfrm flipV="1">
            <a:off x="4511675" y="2045192"/>
            <a:ext cx="2644775" cy="276225"/>
            <a:chOff x="4511675" y="2151555"/>
            <a:chExt cx="2644775" cy="276225"/>
          </a:xfrm>
        </p:grpSpPr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1C4ABC22-B7C5-56CF-D015-88791C99303A}"/>
                </a:ext>
              </a:extLst>
            </p:cNvPr>
            <p:cNvCxnSpPr/>
            <p:nvPr/>
          </p:nvCxnSpPr>
          <p:spPr>
            <a:xfrm>
              <a:off x="4511675" y="2151555"/>
              <a:ext cx="777875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2772B2E5-93EA-E1EE-C835-0D0FD2F0B109}"/>
                </a:ext>
              </a:extLst>
            </p:cNvPr>
            <p:cNvCxnSpPr/>
            <p:nvPr/>
          </p:nvCxnSpPr>
          <p:spPr>
            <a:xfrm>
              <a:off x="5286375" y="2151555"/>
              <a:ext cx="276225" cy="27622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65892AD7-3A22-7477-DE0D-B6C24781841B}"/>
                </a:ext>
              </a:extLst>
            </p:cNvPr>
            <p:cNvCxnSpPr/>
            <p:nvPr/>
          </p:nvCxnSpPr>
          <p:spPr>
            <a:xfrm>
              <a:off x="5559425" y="2425700"/>
              <a:ext cx="730250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0D16AAE3-6B75-BD0E-09B3-39F3AE8E375A}"/>
                </a:ext>
              </a:extLst>
            </p:cNvPr>
            <p:cNvCxnSpPr/>
            <p:nvPr/>
          </p:nvCxnSpPr>
          <p:spPr>
            <a:xfrm flipV="1">
              <a:off x="6292850" y="2154730"/>
              <a:ext cx="273050" cy="27305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60C866CD-4E67-FE3F-C516-C12480B75A72}"/>
                </a:ext>
              </a:extLst>
            </p:cNvPr>
            <p:cNvCxnSpPr/>
            <p:nvPr/>
          </p:nvCxnSpPr>
          <p:spPr>
            <a:xfrm>
              <a:off x="6562725" y="2151555"/>
              <a:ext cx="593725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6" name="Oval 55">
            <a:extLst>
              <a:ext uri="{FF2B5EF4-FFF2-40B4-BE49-F238E27FC236}">
                <a16:creationId xmlns:a16="http://schemas.microsoft.com/office/drawing/2014/main" id="{B3A9268E-2915-469D-6422-EB359DCA3281}"/>
              </a:ext>
            </a:extLst>
          </p:cNvPr>
          <p:cNvSpPr/>
          <p:nvPr/>
        </p:nvSpPr>
        <p:spPr>
          <a:xfrm>
            <a:off x="7167072" y="1510205"/>
            <a:ext cx="1057275" cy="317499"/>
          </a:xfrm>
          <a:prstGeom prst="ellipse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DUT</a:t>
            </a:r>
            <a:endParaRPr lang="en-CH" dirty="0"/>
          </a:p>
        </p:txBody>
      </p: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131FDA67-2E05-16E4-DAD9-AA5B1597CEFD}"/>
              </a:ext>
            </a:extLst>
          </p:cNvPr>
          <p:cNvCxnSpPr>
            <a:cxnSpLocks/>
          </p:cNvCxnSpPr>
          <p:nvPr/>
        </p:nvCxnSpPr>
        <p:spPr>
          <a:xfrm>
            <a:off x="7156450" y="2318242"/>
            <a:ext cx="0" cy="410671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C5DCF99D-0755-6260-4816-D83D7A4B74FC}"/>
              </a:ext>
            </a:extLst>
          </p:cNvPr>
          <p:cNvCxnSpPr/>
          <p:nvPr/>
        </p:nvCxnSpPr>
        <p:spPr>
          <a:xfrm flipH="1">
            <a:off x="3624263" y="2728913"/>
            <a:ext cx="3532187" cy="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61" name="Isosceles Triangle 60">
            <a:extLst>
              <a:ext uri="{FF2B5EF4-FFF2-40B4-BE49-F238E27FC236}">
                <a16:creationId xmlns:a16="http://schemas.microsoft.com/office/drawing/2014/main" id="{99C8837F-BF19-136F-994B-0037EAD7DFEC}"/>
              </a:ext>
            </a:extLst>
          </p:cNvPr>
          <p:cNvSpPr/>
          <p:nvPr/>
        </p:nvSpPr>
        <p:spPr>
          <a:xfrm rot="1800000">
            <a:off x="2879332" y="2140870"/>
            <a:ext cx="1028700" cy="886810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7A0F9092-E405-DD97-B880-C1F8AC0959F9}"/>
              </a:ext>
            </a:extLst>
          </p:cNvPr>
          <p:cNvCxnSpPr/>
          <p:nvPr/>
        </p:nvCxnSpPr>
        <p:spPr>
          <a:xfrm>
            <a:off x="1828800" y="2181717"/>
            <a:ext cx="500063" cy="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931FBA34-023F-6027-06FC-F19144BB1448}"/>
              </a:ext>
            </a:extLst>
          </p:cNvPr>
          <p:cNvCxnSpPr>
            <a:cxnSpLocks/>
            <a:stCxn id="61" idx="2"/>
          </p:cNvCxnSpPr>
          <p:nvPr/>
        </p:nvCxnSpPr>
        <p:spPr>
          <a:xfrm flipH="1">
            <a:off x="2328863" y="2711100"/>
            <a:ext cx="397676" cy="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4A935716-7B75-4FFF-6114-EE77F18397A3}"/>
              </a:ext>
            </a:extLst>
          </p:cNvPr>
          <p:cNvCxnSpPr/>
          <p:nvPr/>
        </p:nvCxnSpPr>
        <p:spPr>
          <a:xfrm>
            <a:off x="2333625" y="2181717"/>
            <a:ext cx="0" cy="529383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71" name="TextBox 70">
            <a:extLst>
              <a:ext uri="{FF2B5EF4-FFF2-40B4-BE49-F238E27FC236}">
                <a16:creationId xmlns:a16="http://schemas.microsoft.com/office/drawing/2014/main" id="{8C04B33E-BEA0-9F7C-13A0-5C0F92268CFD}"/>
              </a:ext>
            </a:extLst>
          </p:cNvPr>
          <p:cNvSpPr txBox="1"/>
          <p:nvPr/>
        </p:nvSpPr>
        <p:spPr>
          <a:xfrm>
            <a:off x="1872730" y="1413613"/>
            <a:ext cx="62549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PORT 1</a:t>
            </a:r>
            <a:endParaRPr lang="en-CH" sz="1100" dirty="0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75C5740D-A846-2C86-1E79-594E14CC9606}"/>
              </a:ext>
            </a:extLst>
          </p:cNvPr>
          <p:cNvSpPr txBox="1"/>
          <p:nvPr/>
        </p:nvSpPr>
        <p:spPr>
          <a:xfrm>
            <a:off x="1862668" y="1928418"/>
            <a:ext cx="62549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PORT 2</a:t>
            </a:r>
            <a:endParaRPr lang="en-CH" sz="1100" dirty="0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17776443-025D-8E84-C021-129FC02EC78D}"/>
              </a:ext>
            </a:extLst>
          </p:cNvPr>
          <p:cNvSpPr txBox="1"/>
          <p:nvPr/>
        </p:nvSpPr>
        <p:spPr>
          <a:xfrm>
            <a:off x="6429375" y="1418868"/>
            <a:ext cx="80021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Output (2)</a:t>
            </a:r>
            <a:endParaRPr lang="en-CH" sz="1100" dirty="0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4584F0E7-270F-3CF5-8A32-41DF7D3DA52C}"/>
              </a:ext>
            </a:extLst>
          </p:cNvPr>
          <p:cNvSpPr txBox="1"/>
          <p:nvPr/>
        </p:nvSpPr>
        <p:spPr>
          <a:xfrm>
            <a:off x="6456303" y="2053457"/>
            <a:ext cx="89479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Coupled (3)</a:t>
            </a:r>
            <a:endParaRPr lang="en-CH" sz="1100" dirty="0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6EDAFDB4-9948-76E1-23AB-1E59AE3B8EF1}"/>
              </a:ext>
            </a:extLst>
          </p:cNvPr>
          <p:cNvSpPr txBox="1"/>
          <p:nvPr/>
        </p:nvSpPr>
        <p:spPr>
          <a:xfrm>
            <a:off x="4568827" y="1418868"/>
            <a:ext cx="68961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Input (1)</a:t>
            </a:r>
            <a:endParaRPr lang="en-CH" sz="1100" dirty="0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113735B6-0C3F-4BC1-644E-22D7FF3D8A41}"/>
              </a:ext>
            </a:extLst>
          </p:cNvPr>
          <p:cNvSpPr txBox="1"/>
          <p:nvPr/>
        </p:nvSpPr>
        <p:spPr>
          <a:xfrm>
            <a:off x="4453738" y="2050912"/>
            <a:ext cx="86594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Isolated (4)</a:t>
            </a:r>
            <a:endParaRPr lang="en-CH" sz="1100" dirty="0"/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E5D1B957-1615-B0C7-F51C-FF81E7627BA9}"/>
              </a:ext>
            </a:extLst>
          </p:cNvPr>
          <p:cNvSpPr/>
          <p:nvPr/>
        </p:nvSpPr>
        <p:spPr>
          <a:xfrm>
            <a:off x="3957155" y="2245077"/>
            <a:ext cx="544020" cy="129206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bg1"/>
                </a:solidFill>
              </a:rPr>
              <a:t>50</a:t>
            </a:r>
            <a:endParaRPr lang="en-CH" sz="1050" dirty="0">
              <a:solidFill>
                <a:schemeClr val="bg1"/>
              </a:solidFill>
            </a:endParaRPr>
          </a:p>
        </p:txBody>
      </p: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7CE175FC-5C36-14DC-0928-864821B6A08A}"/>
              </a:ext>
            </a:extLst>
          </p:cNvPr>
          <p:cNvCxnSpPr>
            <a:stCxn id="77" idx="1"/>
          </p:cNvCxnSpPr>
          <p:nvPr/>
        </p:nvCxnSpPr>
        <p:spPr>
          <a:xfrm flipH="1">
            <a:off x="3876675" y="2309680"/>
            <a:ext cx="8048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4BF82696-23F5-4747-981C-3BC8D34D7DB6}"/>
              </a:ext>
            </a:extLst>
          </p:cNvPr>
          <p:cNvCxnSpPr/>
          <p:nvPr/>
        </p:nvCxnSpPr>
        <p:spPr>
          <a:xfrm>
            <a:off x="3862388" y="2190028"/>
            <a:ext cx="0" cy="25638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E67C24CA-3058-713A-8DDF-5F039566D0AC}"/>
              </a:ext>
            </a:extLst>
          </p:cNvPr>
          <p:cNvCxnSpPr>
            <a:cxnSpLocks/>
          </p:cNvCxnSpPr>
          <p:nvPr/>
        </p:nvCxnSpPr>
        <p:spPr>
          <a:xfrm>
            <a:off x="3826669" y="2232898"/>
            <a:ext cx="0" cy="17064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1F2D0D77-B028-1BC9-E00D-528624714AFB}"/>
              </a:ext>
            </a:extLst>
          </p:cNvPr>
          <p:cNvCxnSpPr>
            <a:cxnSpLocks/>
          </p:cNvCxnSpPr>
          <p:nvPr/>
        </p:nvCxnSpPr>
        <p:spPr>
          <a:xfrm>
            <a:off x="3790951" y="2267100"/>
            <a:ext cx="0" cy="10223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TextBox 86">
            <a:extLst>
              <a:ext uri="{FF2B5EF4-FFF2-40B4-BE49-F238E27FC236}">
                <a16:creationId xmlns:a16="http://schemas.microsoft.com/office/drawing/2014/main" id="{3FCCDB87-FB4F-604D-9E5F-54F74F75E7A0}"/>
              </a:ext>
            </a:extLst>
          </p:cNvPr>
          <p:cNvSpPr txBox="1"/>
          <p:nvPr/>
        </p:nvSpPr>
        <p:spPr>
          <a:xfrm>
            <a:off x="3412699" y="1105012"/>
            <a:ext cx="83869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 err="1"/>
              <a:t>dl_loss_db</a:t>
            </a:r>
            <a:endParaRPr lang="en-US" sz="1100" dirty="0"/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D181D7BA-CAD0-0FCF-650F-60B129AFDB68}"/>
              </a:ext>
            </a:extLst>
          </p:cNvPr>
          <p:cNvSpPr txBox="1"/>
          <p:nvPr/>
        </p:nvSpPr>
        <p:spPr>
          <a:xfrm>
            <a:off x="2328863" y="2970399"/>
            <a:ext cx="100059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 err="1"/>
              <a:t>amp_gain_db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37837777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3298</TotalTime>
  <Words>78</Words>
  <Application>Microsoft Office PowerPoint</Application>
  <PresentationFormat>Widescreen</PresentationFormat>
  <Paragraphs>20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Reza farsi</dc:creator>
  <cp:lastModifiedBy>Reza farsi</cp:lastModifiedBy>
  <cp:revision>9</cp:revision>
  <dcterms:created xsi:type="dcterms:W3CDTF">2025-11-26T08:24:34Z</dcterms:created>
  <dcterms:modified xsi:type="dcterms:W3CDTF">2025-12-01T16:12:56Z</dcterms:modified>
</cp:coreProperties>
</file>